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5303520" y="-274320"/>
            <a:ext cx="5029200" cy="5760720"/>
          </a:xfrm>
          <a:prstGeom prst="rect">
            <a:avLst/>
          </a:prstGeom>
          <a:solidFill>
            <a:srgbClr val="0A0908"/>
          </a:solidFill>
          <a:ln w="6350">
            <a:solidFill>
              <a:srgbClr val="2A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/>
            </a:pathLst>
          </a:custGeom>
          <a:noFill/>
          <a:ln/>
        </p:spPr>
      </p:sp>
      <p:sp>
        <p:nvSpPr>
          <p:cNvPr id="19" name="Shape 17"/>
          <p:cNvSpPr/>
          <p:nvPr/>
        </p:nvSpPr>
        <p:spPr>
          <a:xfrm>
            <a:off x="5943600" y="457200"/>
            <a:ext cx="1371600" cy="822960"/>
          </a:xfrm>
          <a:prstGeom prst="rect">
            <a:avLst/>
          </a:prstGeom>
          <a:solidFill>
            <a:srgbClr val="1A3A2E"/>
          </a:solidFill>
          <a:ln w="12700">
            <a:solidFill>
              <a:srgbClr val="0D0C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57200"/>
            <a:ext cx="1188720" cy="822960"/>
          </a:xfrm>
          <a:prstGeom prst="rect">
            <a:avLst/>
          </a:prstGeom>
          <a:solidFill>
            <a:srgbClr val="2C4A1A"/>
          </a:solidFill>
          <a:ln w="12700">
            <a:solidFill>
              <a:srgbClr val="0D0C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1097280"/>
            <a:ext cx="822960" cy="914400"/>
          </a:xfrm>
          <a:prstGeom prst="rect">
            <a:avLst/>
          </a:prstGeom>
          <a:solidFill>
            <a:srgbClr val="3A2C10"/>
          </a:solidFill>
          <a:ln w="12700">
            <a:solidFill>
              <a:srgbClr val="0D0C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005840"/>
            <a:ext cx="1097280" cy="914400"/>
          </a:xfrm>
          <a:prstGeom prst="rect">
            <a:avLst/>
          </a:prstGeom>
          <a:solidFill>
            <a:srgbClr val="1C3828"/>
          </a:solidFill>
          <a:ln w="12700">
            <a:solidFill>
              <a:srgbClr val="0D0C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1097280"/>
            <a:ext cx="914400" cy="914400"/>
          </a:xfrm>
          <a:prstGeom prst="rect">
            <a:avLst/>
          </a:prstGeom>
          <a:solidFill>
            <a:srgbClr val="3C2A0C"/>
          </a:solidFill>
          <a:ln w="12700">
            <a:solidFill>
              <a:srgbClr val="0D0C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828800"/>
            <a:ext cx="914400" cy="731520"/>
          </a:xfrm>
          <a:prstGeom prst="rect">
            <a:avLst/>
          </a:prstGeom>
          <a:solidFill>
            <a:srgbClr val="1A2C3A"/>
          </a:solidFill>
          <a:ln w="12700">
            <a:solidFill>
              <a:srgbClr val="0D0C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1783080"/>
            <a:ext cx="1097280" cy="731520"/>
          </a:xfrm>
          <a:prstGeom prst="rect">
            <a:avLst/>
          </a:prstGeom>
          <a:solidFill>
            <a:srgbClr val="102A3C"/>
          </a:solidFill>
          <a:ln w="12700">
            <a:solidFill>
              <a:srgbClr val="0D0C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1828800"/>
            <a:ext cx="822960" cy="731520"/>
          </a:xfrm>
          <a:prstGeom prst="rect">
            <a:avLst/>
          </a:prstGeom>
          <a:solidFill>
            <a:srgbClr val="122A38"/>
          </a:solidFill>
          <a:ln w="12700">
            <a:solidFill>
              <a:srgbClr val="0D0C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423160"/>
            <a:ext cx="1280160" cy="548640"/>
          </a:xfrm>
          <a:prstGeom prst="rect">
            <a:avLst/>
          </a:prstGeom>
          <a:solidFill>
            <a:srgbClr val="0E2030"/>
          </a:solidFill>
          <a:ln w="12700">
            <a:solidFill>
              <a:srgbClr val="0D0C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2423160"/>
            <a:ext cx="1097280" cy="548640"/>
          </a:xfrm>
          <a:prstGeom prst="rect">
            <a:avLst/>
          </a:prstGeom>
          <a:solidFill>
            <a:srgbClr val="0A1C2A"/>
          </a:solidFill>
          <a:ln w="12700">
            <a:solidFill>
              <a:srgbClr val="0D0C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-182880"/>
            <a:ext cx="36576" cy="5943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365760"/>
            <a:ext cx="0" cy="1097280"/>
          </a:xfrm>
          <a:prstGeom prst="line">
            <a:avLst/>
          </a:prstGeom>
          <a:noFill/>
          <a:ln w="6350">
            <a:solidFill>
              <a:srgbClr val="8B7355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754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GLASS⏧GRASIE® — ROTTERDAM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57200" y="914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10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457200" y="17373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spc="100" kern="0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 glass as wearable object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0" y="2212848"/>
            <a:ext cx="9144000" cy="4572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3591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RUN. NEVER AGAIN.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27614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Pendant — Bedrukt restglas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2920" y="3054096"/>
            <a:ext cx="4389120" cy="0"/>
          </a:xfrm>
          <a:prstGeom prst="line">
            <a:avLst/>
          </a:prstGeom>
          <a:noFill/>
          <a:ln w="3810">
            <a:solidFill>
              <a:srgbClr val="2A22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108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Oorbellen — Wearable serie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" y="3401568"/>
            <a:ext cx="4389120" cy="0"/>
          </a:xfrm>
          <a:prstGeom prst="line">
            <a:avLst/>
          </a:prstGeom>
          <a:noFill/>
          <a:ln w="3810">
            <a:solidFill>
              <a:srgbClr val="2A22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4564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Broche — Architecture series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2920" y="3749040"/>
            <a:ext cx="4389120" cy="0"/>
          </a:xfrm>
          <a:prstGeom prst="line">
            <a:avLst/>
          </a:prstGeom>
          <a:noFill/>
          <a:ln w="3810">
            <a:solidFill>
              <a:srgbClr val="2A22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803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Manchetknopen — Set van 2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02920" y="4096512"/>
            <a:ext cx="4389120" cy="0"/>
          </a:xfrm>
          <a:prstGeom prst="line">
            <a:avLst/>
          </a:prstGeom>
          <a:noFill/>
          <a:ln w="3810">
            <a:solidFill>
              <a:srgbClr val="2A22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1513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 Bar — Gecoat of bedrukt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02920" y="4443984"/>
            <a:ext cx="4389120" cy="0"/>
          </a:xfrm>
          <a:prstGeom prst="line">
            <a:avLst/>
          </a:prstGeom>
          <a:noFill/>
          <a:ln w="3810">
            <a:solidFill>
              <a:srgbClr val="2A2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4988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Sleutelhanger — Entry · 6mm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 · float · forever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 — VOLLEDIG SYSTEEM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Zes producten. Twee materialen. Één naam.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9144000" cy="4572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2651760" cy="1783080"/>
          </a:xfrm>
          <a:prstGeom prst="rect">
            <a:avLst/>
          </a:prstGeom>
          <a:solidFill>
            <a:srgbClr val="141210"/>
          </a:solidFill>
          <a:ln w="6350">
            <a:solidFill>
              <a:srgbClr val="2A22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451104" cy="658368"/>
          </a:xfrm>
          <a:prstGeom prst="rect">
            <a:avLst/>
          </a:prstGeom>
          <a:solidFill>
            <a:srgbClr val="0A142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188720"/>
            <a:ext cx="451104" cy="658368"/>
          </a:xfrm>
          <a:prstGeom prst="rect">
            <a:avLst/>
          </a:prstGeom>
          <a:solidFill>
            <a:srgbClr val="131C2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3960" y="1188720"/>
            <a:ext cx="451104" cy="658368"/>
          </a:xfrm>
          <a:prstGeom prst="rect">
            <a:avLst/>
          </a:prstGeom>
          <a:solidFill>
            <a:srgbClr val="1C2838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188720"/>
            <a:ext cx="451104" cy="658368"/>
          </a:xfrm>
          <a:prstGeom prst="rect">
            <a:avLst/>
          </a:prstGeom>
          <a:solidFill>
            <a:srgbClr val="0E1828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7880" y="1188720"/>
            <a:ext cx="451104" cy="658368"/>
          </a:xfrm>
          <a:prstGeom prst="rect">
            <a:avLst/>
          </a:prstGeom>
          <a:solidFill>
            <a:srgbClr val="16203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29840" y="1188720"/>
            <a:ext cx="451104" cy="658368"/>
          </a:xfrm>
          <a:prstGeom prst="rect">
            <a:avLst/>
          </a:prstGeom>
          <a:solidFill>
            <a:srgbClr val="0A142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188720"/>
            <a:ext cx="2651760" cy="65836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517904"/>
            <a:ext cx="1591056" cy="329184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188720"/>
            <a:ext cx="2651760" cy="1828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92024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SLEUTELHANGER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9768" y="212140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Entry · 6mm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" y="2304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€ 25–45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48840" y="23042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4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~86%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29768" y="250545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Helder float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46120" y="1188720"/>
            <a:ext cx="2651760" cy="1783080"/>
          </a:xfrm>
          <a:prstGeom prst="rect">
            <a:avLst/>
          </a:prstGeom>
          <a:solidFill>
            <a:srgbClr val="141210"/>
          </a:solidFill>
          <a:ln w="6350">
            <a:solidFill>
              <a:srgbClr val="2A22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188720"/>
            <a:ext cx="451104" cy="658368"/>
          </a:xfrm>
          <a:prstGeom prst="rect">
            <a:avLst/>
          </a:prstGeom>
          <a:solidFill>
            <a:srgbClr val="1A3A2E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88080" y="1188720"/>
            <a:ext cx="451104" cy="658368"/>
          </a:xfrm>
          <a:prstGeom prst="rect">
            <a:avLst/>
          </a:prstGeom>
          <a:solidFill>
            <a:srgbClr val="2C4A1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30040" y="1188720"/>
            <a:ext cx="451104" cy="658368"/>
          </a:xfrm>
          <a:prstGeom prst="rect">
            <a:avLst/>
          </a:prstGeom>
          <a:solidFill>
            <a:srgbClr val="1C3828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1188720"/>
            <a:ext cx="451104" cy="658368"/>
          </a:xfrm>
          <a:prstGeom prst="rect">
            <a:avLst/>
          </a:prstGeom>
          <a:solidFill>
            <a:srgbClr val="1E3A1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13960" y="1188720"/>
            <a:ext cx="451104" cy="658368"/>
          </a:xfrm>
          <a:prstGeom prst="rect">
            <a:avLst/>
          </a:prstGeom>
          <a:solidFill>
            <a:srgbClr val="3A2C1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55920" y="1188720"/>
            <a:ext cx="451104" cy="658368"/>
          </a:xfrm>
          <a:prstGeom prst="rect">
            <a:avLst/>
          </a:prstGeom>
          <a:solidFill>
            <a:srgbClr val="4A3818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1188720"/>
            <a:ext cx="2651760" cy="65836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1517904"/>
            <a:ext cx="1591056" cy="329184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1188720"/>
            <a:ext cx="2651760" cy="1828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192024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PENDANT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55848" y="212140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per run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55848" y="2304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€ 55–95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4920" y="23042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4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~85%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355848" y="250545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Bedrukt restglas · 3–4mm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72200" y="1188720"/>
            <a:ext cx="2651760" cy="1783080"/>
          </a:xfrm>
          <a:prstGeom prst="rect">
            <a:avLst/>
          </a:prstGeom>
          <a:solidFill>
            <a:srgbClr val="141210"/>
          </a:solidFill>
          <a:ln w="6350">
            <a:solidFill>
              <a:srgbClr val="2A22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1188720"/>
            <a:ext cx="451104" cy="658368"/>
          </a:xfrm>
          <a:prstGeom prst="rect">
            <a:avLst/>
          </a:prstGeom>
          <a:solidFill>
            <a:srgbClr val="0C2A4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14160" y="1188720"/>
            <a:ext cx="451104" cy="658368"/>
          </a:xfrm>
          <a:prstGeom prst="rect">
            <a:avLst/>
          </a:prstGeom>
          <a:solidFill>
            <a:srgbClr val="1C3A5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56120" y="1188720"/>
            <a:ext cx="451104" cy="658368"/>
          </a:xfrm>
          <a:prstGeom prst="rect">
            <a:avLst/>
          </a:prstGeom>
          <a:solidFill>
            <a:srgbClr val="C4602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1188720"/>
            <a:ext cx="451104" cy="658368"/>
          </a:xfrm>
          <a:prstGeom prst="rect">
            <a:avLst/>
          </a:prstGeom>
          <a:solidFill>
            <a:srgbClr val="B8502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40040" y="1188720"/>
            <a:ext cx="451104" cy="658368"/>
          </a:xfrm>
          <a:prstGeom prst="rect">
            <a:avLst/>
          </a:prstGeom>
          <a:solidFill>
            <a:srgbClr val="A8482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82000" y="1188720"/>
            <a:ext cx="451104" cy="658368"/>
          </a:xfrm>
          <a:prstGeom prst="rect">
            <a:avLst/>
          </a:prstGeom>
          <a:solidFill>
            <a:srgbClr val="0A183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1188720"/>
            <a:ext cx="2651760" cy="65836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1517904"/>
            <a:ext cx="1591056" cy="329184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1188720"/>
            <a:ext cx="2651760" cy="1828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192024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OORBELLEN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81928" y="212140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Wearable serie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81928" y="2304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€ 55–95/set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01000" y="23042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4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~85%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281928" y="250545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Bedrukt restglas · 3–4mm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3246120"/>
            <a:ext cx="2651760" cy="1783080"/>
          </a:xfrm>
          <a:prstGeom prst="rect">
            <a:avLst/>
          </a:prstGeom>
          <a:solidFill>
            <a:srgbClr val="141210"/>
          </a:solidFill>
          <a:ln w="6350">
            <a:solidFill>
              <a:srgbClr val="2A22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3246120"/>
            <a:ext cx="451104" cy="658368"/>
          </a:xfrm>
          <a:prstGeom prst="rect">
            <a:avLst/>
          </a:prstGeom>
          <a:solidFill>
            <a:srgbClr val="0A142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2000" y="3246120"/>
            <a:ext cx="451104" cy="658368"/>
          </a:xfrm>
          <a:prstGeom prst="rect">
            <a:avLst/>
          </a:prstGeom>
          <a:solidFill>
            <a:srgbClr val="131C2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03960" y="3246120"/>
            <a:ext cx="451104" cy="658368"/>
          </a:xfrm>
          <a:prstGeom prst="rect">
            <a:avLst/>
          </a:prstGeom>
          <a:solidFill>
            <a:srgbClr val="1C2838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45920" y="3246120"/>
            <a:ext cx="451104" cy="658368"/>
          </a:xfrm>
          <a:prstGeom prst="rect">
            <a:avLst/>
          </a:prstGeom>
          <a:solidFill>
            <a:srgbClr val="0A142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87880" y="3246120"/>
            <a:ext cx="451104" cy="658368"/>
          </a:xfrm>
          <a:prstGeom prst="rect">
            <a:avLst/>
          </a:prstGeom>
          <a:solidFill>
            <a:srgbClr val="131C2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29840" y="3246120"/>
            <a:ext cx="451104" cy="658368"/>
          </a:xfrm>
          <a:prstGeom prst="rect">
            <a:avLst/>
          </a:prstGeom>
          <a:solidFill>
            <a:srgbClr val="1A243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" y="3246120"/>
            <a:ext cx="2651760" cy="65836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" y="3575304"/>
            <a:ext cx="1591056" cy="329184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" y="3246120"/>
            <a:ext cx="2651760" cy="1828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9768" y="397764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BROCHE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29768" y="417880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series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29768" y="43616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€ 65–130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148840" y="43616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4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29768" y="456285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Helder float · 5–6mm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246120" y="3246120"/>
            <a:ext cx="2651760" cy="1783080"/>
          </a:xfrm>
          <a:prstGeom prst="rect">
            <a:avLst/>
          </a:prstGeom>
          <a:solidFill>
            <a:srgbClr val="141210"/>
          </a:solidFill>
          <a:ln w="6350">
            <a:solidFill>
              <a:srgbClr val="2A221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46120" y="3246120"/>
            <a:ext cx="451104" cy="658368"/>
          </a:xfrm>
          <a:prstGeom prst="rect">
            <a:avLst/>
          </a:prstGeom>
          <a:solidFill>
            <a:srgbClr val="0C1014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88080" y="3246120"/>
            <a:ext cx="451104" cy="658368"/>
          </a:xfrm>
          <a:prstGeom prst="rect">
            <a:avLst/>
          </a:prstGeom>
          <a:solidFill>
            <a:srgbClr val="1A3A2E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30040" y="3246120"/>
            <a:ext cx="451104" cy="658368"/>
          </a:xfrm>
          <a:prstGeom prst="rect">
            <a:avLst/>
          </a:prstGeom>
          <a:solidFill>
            <a:srgbClr val="2C4A1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0" y="3246120"/>
            <a:ext cx="451104" cy="658368"/>
          </a:xfrm>
          <a:prstGeom prst="rect">
            <a:avLst/>
          </a:prstGeom>
          <a:solidFill>
            <a:srgbClr val="1C3828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13960" y="3246120"/>
            <a:ext cx="451104" cy="658368"/>
          </a:xfrm>
          <a:prstGeom prst="rect">
            <a:avLst/>
          </a:prstGeom>
          <a:solidFill>
            <a:srgbClr val="0C1014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55920" y="3246120"/>
            <a:ext cx="451104" cy="658368"/>
          </a:xfrm>
          <a:prstGeom prst="rect">
            <a:avLst/>
          </a:prstGeom>
          <a:solidFill>
            <a:srgbClr val="111418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46120" y="3246120"/>
            <a:ext cx="2651760" cy="65836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46120" y="3575304"/>
            <a:ext cx="1591056" cy="329184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46120" y="3246120"/>
            <a:ext cx="2651760" cy="1828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55848" y="397764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 BAR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355848" y="417880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Gecoat of bedrukt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355848" y="43616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€ 85–145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074920" y="43616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4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~79%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355848" y="456285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 4mm · ±55mm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172200" y="3246120"/>
            <a:ext cx="2651760" cy="1783080"/>
          </a:xfrm>
          <a:prstGeom prst="rect">
            <a:avLst/>
          </a:prstGeom>
          <a:solidFill>
            <a:srgbClr val="141210"/>
          </a:solidFill>
          <a:ln w="6350">
            <a:solidFill>
              <a:srgbClr val="2A221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72200" y="3246120"/>
            <a:ext cx="451104" cy="658368"/>
          </a:xfrm>
          <a:prstGeom prst="rect">
            <a:avLst/>
          </a:prstGeom>
          <a:solidFill>
            <a:srgbClr val="0A142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14160" y="3246120"/>
            <a:ext cx="451104" cy="658368"/>
          </a:xfrm>
          <a:prstGeom prst="rect">
            <a:avLst/>
          </a:prstGeom>
          <a:solidFill>
            <a:srgbClr val="1A3A2E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056120" y="3246120"/>
            <a:ext cx="451104" cy="658368"/>
          </a:xfrm>
          <a:prstGeom prst="rect">
            <a:avLst/>
          </a:prstGeom>
          <a:solidFill>
            <a:srgbClr val="0C2A4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98080" y="3246120"/>
            <a:ext cx="451104" cy="658368"/>
          </a:xfrm>
          <a:prstGeom prst="rect">
            <a:avLst/>
          </a:prstGeom>
          <a:solidFill>
            <a:srgbClr val="C4602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940040" y="3246120"/>
            <a:ext cx="451104" cy="658368"/>
          </a:xfrm>
          <a:prstGeom prst="rect">
            <a:avLst/>
          </a:prstGeom>
          <a:solidFill>
            <a:srgbClr val="0A142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382000" y="3246120"/>
            <a:ext cx="451104" cy="658368"/>
          </a:xfrm>
          <a:prstGeom prst="rect">
            <a:avLst/>
          </a:prstGeom>
          <a:solidFill>
            <a:srgbClr val="1C3A5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72200" y="3246120"/>
            <a:ext cx="2651760" cy="65836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172200" y="3575304"/>
            <a:ext cx="1591056" cy="329184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72200" y="3246120"/>
            <a:ext cx="2651760" cy="18288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81928" y="397764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MANCHETKNOPEN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281928" y="417880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van 2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281928" y="43616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€ 95–165/set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001000" y="43616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4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~82%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6281928" y="456285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 5mm · helder/bedrukt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320040" y="487375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glass⏧grasie® — rotterdam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00F0D"/>
          </a:solidFill>
          <a:ln w="12700">
            <a:solidFill>
              <a:srgbClr val="10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65760"/>
            <a:ext cx="786384" cy="1014984"/>
          </a:xfrm>
          <a:prstGeom prst="rect">
            <a:avLst/>
          </a:prstGeom>
          <a:solidFill>
            <a:srgbClr val="1A3A2E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365760"/>
            <a:ext cx="786384" cy="1014984"/>
          </a:xfrm>
          <a:prstGeom prst="rect">
            <a:avLst/>
          </a:prstGeom>
          <a:solidFill>
            <a:srgbClr val="2C4A1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786384" cy="1014984"/>
          </a:xfrm>
          <a:prstGeom prst="rect">
            <a:avLst/>
          </a:prstGeom>
          <a:solidFill>
            <a:srgbClr val="1C38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786384" cy="1014984"/>
          </a:xfrm>
          <a:prstGeom prst="rect">
            <a:avLst/>
          </a:prstGeom>
          <a:solidFill>
            <a:srgbClr val="1E3A1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377440"/>
            <a:ext cx="786384" cy="1014984"/>
          </a:xfrm>
          <a:prstGeom prst="rect">
            <a:avLst/>
          </a:prstGeom>
          <a:solidFill>
            <a:srgbClr val="3A2C1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377440"/>
            <a:ext cx="786384" cy="1014984"/>
          </a:xfrm>
          <a:prstGeom prst="rect">
            <a:avLst/>
          </a:prstGeom>
          <a:solidFill>
            <a:srgbClr val="4A381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383280"/>
            <a:ext cx="786384" cy="1014984"/>
          </a:xfrm>
          <a:prstGeom prst="rect">
            <a:avLst/>
          </a:prstGeom>
          <a:solidFill>
            <a:srgbClr val="1A2C3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383280"/>
            <a:ext cx="786384" cy="1014984"/>
          </a:xfrm>
          <a:prstGeom prst="rect">
            <a:avLst/>
          </a:prstGeom>
          <a:solidFill>
            <a:srgbClr val="102A3C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65760"/>
            <a:ext cx="1554480" cy="4023360"/>
          </a:xfrm>
          <a:prstGeom prst="line">
            <a:avLst/>
          </a:prstGeom>
          <a:noFill/>
          <a:ln w="25400">
            <a:solidFill>
              <a:srgbClr val="0D0C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76272"/>
            <a:ext cx="1554480" cy="221284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65760"/>
            <a:ext cx="0" cy="4023360"/>
          </a:xfrm>
          <a:prstGeom prst="line">
            <a:avLst/>
          </a:prstGeom>
          <a:noFill/>
          <a:ln w="12700">
            <a:solidFill>
              <a:srgbClr val="0D0C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77440"/>
            <a:ext cx="1554480" cy="0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"/>
            <a:ext cx="155448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370832"/>
            <a:ext cx="1554480" cy="228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001 · FOREST FLOOR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240280" y="365760"/>
            <a:ext cx="786384" cy="1014984"/>
          </a:xfrm>
          <a:prstGeom prst="rect">
            <a:avLst/>
          </a:prstGeom>
          <a:solidFill>
            <a:srgbClr val="0C2A4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65760"/>
            <a:ext cx="786384" cy="1014984"/>
          </a:xfrm>
          <a:prstGeom prst="rect">
            <a:avLst/>
          </a:prstGeom>
          <a:solidFill>
            <a:srgbClr val="1C3A5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0280" y="1371600"/>
            <a:ext cx="786384" cy="1014984"/>
          </a:xfrm>
          <a:prstGeom prst="rect">
            <a:avLst/>
          </a:prstGeom>
          <a:solidFill>
            <a:srgbClr val="C4602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1371600"/>
            <a:ext cx="786384" cy="1014984"/>
          </a:xfrm>
          <a:prstGeom prst="rect">
            <a:avLst/>
          </a:prstGeom>
          <a:solidFill>
            <a:srgbClr val="B8502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2377440"/>
            <a:ext cx="786384" cy="1014984"/>
          </a:xfrm>
          <a:prstGeom prst="rect">
            <a:avLst/>
          </a:prstGeom>
          <a:solidFill>
            <a:srgbClr val="A8482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377440"/>
            <a:ext cx="786384" cy="1014984"/>
          </a:xfrm>
          <a:prstGeom prst="rect">
            <a:avLst/>
          </a:prstGeom>
          <a:solidFill>
            <a:srgbClr val="0A18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3383280"/>
            <a:ext cx="786384" cy="1014984"/>
          </a:xfrm>
          <a:prstGeom prst="rect">
            <a:avLst/>
          </a:prstGeom>
          <a:solidFill>
            <a:srgbClr val="142A4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3383280"/>
            <a:ext cx="786384" cy="1014984"/>
          </a:xfrm>
          <a:prstGeom prst="rect">
            <a:avLst/>
          </a:prstGeom>
          <a:solidFill>
            <a:srgbClr val="0E20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65760"/>
            <a:ext cx="1554480" cy="4023360"/>
          </a:xfrm>
          <a:prstGeom prst="line">
            <a:avLst/>
          </a:prstGeom>
          <a:noFill/>
          <a:ln w="25400">
            <a:solidFill>
              <a:srgbClr val="0D0C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2176272"/>
            <a:ext cx="1554480" cy="221284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365760"/>
            <a:ext cx="0" cy="4023360"/>
          </a:xfrm>
          <a:prstGeom prst="line">
            <a:avLst/>
          </a:prstGeom>
          <a:noFill/>
          <a:ln w="12700">
            <a:solidFill>
              <a:srgbClr val="0D0C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377440"/>
            <a:ext cx="1554480" cy="0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365760"/>
            <a:ext cx="155448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4370832"/>
            <a:ext cx="1554480" cy="228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002 · MARITIME RUST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4206240" y="0"/>
            <a:ext cx="9144" cy="514350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114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 — PENDANT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0" y="7132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Pendant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4572000" y="1298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Bedrukt restglas · Limited per run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1691640"/>
            <a:ext cx="9144000" cy="4572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1810512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Elk stuk is onherhaalbaar. De full-colour bedrukking van Van Dijken Glas varieert per productierun — nooit exact reproduceerbaar. De geometrie is constant. Het glas is dat niet.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0" y="3337560"/>
            <a:ext cx="4297680" cy="34747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17920" y="3337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Dijken Glas · 3–4mm · full-colour print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3721608"/>
            <a:ext cx="4297680" cy="347472"/>
          </a:xfrm>
          <a:prstGeom prst="rect">
            <a:avLst/>
          </a:prstGeom>
          <a:solidFill>
            <a:srgbClr val="141210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721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PRIJS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17920" y="37216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€ 55 – 95 / stuk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0" y="4105656"/>
            <a:ext cx="4297680" cy="34747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41056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217920" y="41056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~85% direct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0" y="4800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 · float · forever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00F0D"/>
          </a:solidFill>
          <a:ln w="12700">
            <a:solidFill>
              <a:srgbClr val="10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65760"/>
            <a:ext cx="786384" cy="1014984"/>
          </a:xfrm>
          <a:prstGeom prst="rect">
            <a:avLst/>
          </a:prstGeom>
          <a:solidFill>
            <a:srgbClr val="1A3A2E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365760"/>
            <a:ext cx="786384" cy="1014984"/>
          </a:xfrm>
          <a:prstGeom prst="rect">
            <a:avLst/>
          </a:prstGeom>
          <a:solidFill>
            <a:srgbClr val="1F4A3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786384" cy="1014984"/>
          </a:xfrm>
          <a:prstGeom prst="rect">
            <a:avLst/>
          </a:prstGeom>
          <a:solidFill>
            <a:srgbClr val="2C4A1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786384" cy="1014984"/>
          </a:xfrm>
          <a:prstGeom prst="rect">
            <a:avLst/>
          </a:prstGeom>
          <a:solidFill>
            <a:srgbClr val="3A2C1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377440"/>
            <a:ext cx="786384" cy="1014984"/>
          </a:xfrm>
          <a:prstGeom prst="rect">
            <a:avLst/>
          </a:prstGeom>
          <a:solidFill>
            <a:srgbClr val="1C38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377440"/>
            <a:ext cx="786384" cy="1014984"/>
          </a:xfrm>
          <a:prstGeom prst="rect">
            <a:avLst/>
          </a:prstGeom>
          <a:solidFill>
            <a:srgbClr val="1A2C3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383280"/>
            <a:ext cx="786384" cy="1014984"/>
          </a:xfrm>
          <a:prstGeom prst="rect">
            <a:avLst/>
          </a:prstGeom>
          <a:solidFill>
            <a:srgbClr val="102A3C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383280"/>
            <a:ext cx="786384" cy="1014984"/>
          </a:xfrm>
          <a:prstGeom prst="rect">
            <a:avLst/>
          </a:prstGeom>
          <a:solidFill>
            <a:srgbClr val="0E20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65760"/>
            <a:ext cx="1554480" cy="4023360"/>
          </a:xfrm>
          <a:prstGeom prst="line">
            <a:avLst/>
          </a:prstGeom>
          <a:noFill/>
          <a:ln w="25400">
            <a:solidFill>
              <a:srgbClr val="0D0C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76272"/>
            <a:ext cx="1554480" cy="221284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65760"/>
            <a:ext cx="0" cy="4023360"/>
          </a:xfrm>
          <a:prstGeom prst="line">
            <a:avLst/>
          </a:prstGeom>
          <a:noFill/>
          <a:ln w="12700">
            <a:solidFill>
              <a:srgbClr val="0D0C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77440"/>
            <a:ext cx="1554480" cy="0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"/>
            <a:ext cx="155448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370832"/>
            <a:ext cx="1554480" cy="228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001 · FOREST FLOOR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240280" y="365760"/>
            <a:ext cx="786384" cy="1014984"/>
          </a:xfrm>
          <a:prstGeom prst="rect">
            <a:avLst/>
          </a:prstGeom>
          <a:solidFill>
            <a:srgbClr val="0C2A4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65760"/>
            <a:ext cx="786384" cy="1014984"/>
          </a:xfrm>
          <a:prstGeom prst="rect">
            <a:avLst/>
          </a:prstGeom>
          <a:solidFill>
            <a:srgbClr val="0A1E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0280" y="1371600"/>
            <a:ext cx="786384" cy="1014984"/>
          </a:xfrm>
          <a:prstGeom prst="rect">
            <a:avLst/>
          </a:prstGeom>
          <a:solidFill>
            <a:srgbClr val="1C3A5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1371600"/>
            <a:ext cx="786384" cy="1014984"/>
          </a:xfrm>
          <a:prstGeom prst="rect">
            <a:avLst/>
          </a:prstGeom>
          <a:solidFill>
            <a:srgbClr val="C4602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2377440"/>
            <a:ext cx="786384" cy="1014984"/>
          </a:xfrm>
          <a:prstGeom prst="rect">
            <a:avLst/>
          </a:prstGeom>
          <a:solidFill>
            <a:srgbClr val="B8502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377440"/>
            <a:ext cx="786384" cy="1014984"/>
          </a:xfrm>
          <a:prstGeom prst="rect">
            <a:avLst/>
          </a:prstGeom>
          <a:solidFill>
            <a:srgbClr val="A8482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3383280"/>
            <a:ext cx="786384" cy="1014984"/>
          </a:xfrm>
          <a:prstGeom prst="rect">
            <a:avLst/>
          </a:prstGeom>
          <a:solidFill>
            <a:srgbClr val="0A18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3383280"/>
            <a:ext cx="786384" cy="1014984"/>
          </a:xfrm>
          <a:prstGeom prst="rect">
            <a:avLst/>
          </a:prstGeom>
          <a:solidFill>
            <a:srgbClr val="08142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65760"/>
            <a:ext cx="1554480" cy="4023360"/>
          </a:xfrm>
          <a:prstGeom prst="line">
            <a:avLst/>
          </a:prstGeom>
          <a:noFill/>
          <a:ln w="25400">
            <a:solidFill>
              <a:srgbClr val="0D0C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2176272"/>
            <a:ext cx="1554480" cy="221284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365760"/>
            <a:ext cx="0" cy="4023360"/>
          </a:xfrm>
          <a:prstGeom prst="line">
            <a:avLst/>
          </a:prstGeom>
          <a:noFill/>
          <a:ln w="12700">
            <a:solidFill>
              <a:srgbClr val="0D0C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377440"/>
            <a:ext cx="1554480" cy="0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365760"/>
            <a:ext cx="155448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4370832"/>
            <a:ext cx="1554480" cy="228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002 · MARITIME RUST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4206240" y="0"/>
            <a:ext cx="9144" cy="514350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114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 — OORBELLEN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0" y="7132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Oorbellen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4572000" y="1298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Wearable serie · Set van 2 · Run-gebonden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1691640"/>
            <a:ext cx="9144000" cy="4572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1810512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Dezelfde run als de pendant — gedragen. Twee stukken uit hetzelfde glas, hetzelfde moment. De oorbel als archief van een productierun.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0" y="3337560"/>
            <a:ext cx="4297680" cy="34747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17920" y="3337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Dijken Glas · 3–4mm · goud-vermeil haak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3721608"/>
            <a:ext cx="4297680" cy="347472"/>
          </a:xfrm>
          <a:prstGeom prst="rect">
            <a:avLst/>
          </a:prstGeom>
          <a:solidFill>
            <a:srgbClr val="141210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721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PRIJS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17920" y="37216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€ 55 – 95 / set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0" y="4105656"/>
            <a:ext cx="4297680" cy="34747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41056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217920" y="41056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~85% direct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0" y="4800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 · float · forever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00F0D"/>
          </a:solidFill>
          <a:ln w="12700">
            <a:solidFill>
              <a:srgbClr val="10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65760"/>
            <a:ext cx="786384" cy="1014984"/>
          </a:xfrm>
          <a:prstGeom prst="rect">
            <a:avLst/>
          </a:prstGeom>
          <a:solidFill>
            <a:srgbClr val="0A18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365760"/>
            <a:ext cx="786384" cy="1014984"/>
          </a:xfrm>
          <a:prstGeom prst="rect">
            <a:avLst/>
          </a:prstGeom>
          <a:solidFill>
            <a:srgbClr val="0C1E2E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786384" cy="1014984"/>
          </a:xfrm>
          <a:prstGeom prst="rect">
            <a:avLst/>
          </a:prstGeom>
          <a:solidFill>
            <a:srgbClr val="08142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786384" cy="1014984"/>
          </a:xfrm>
          <a:prstGeom prst="rect">
            <a:avLst/>
          </a:prstGeom>
          <a:solidFill>
            <a:srgbClr val="0A1C2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377440"/>
            <a:ext cx="786384" cy="1014984"/>
          </a:xfrm>
          <a:prstGeom prst="rect">
            <a:avLst/>
          </a:prstGeom>
          <a:solidFill>
            <a:srgbClr val="0E20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377440"/>
            <a:ext cx="786384" cy="1014984"/>
          </a:xfrm>
          <a:prstGeom prst="rect">
            <a:avLst/>
          </a:prstGeom>
          <a:solidFill>
            <a:srgbClr val="0A18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383280"/>
            <a:ext cx="786384" cy="1014984"/>
          </a:xfrm>
          <a:prstGeom prst="rect">
            <a:avLst/>
          </a:prstGeom>
          <a:solidFill>
            <a:srgbClr val="0C1A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383280"/>
            <a:ext cx="786384" cy="1014984"/>
          </a:xfrm>
          <a:prstGeom prst="rect">
            <a:avLst/>
          </a:prstGeom>
          <a:solidFill>
            <a:srgbClr val="08142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65760"/>
            <a:ext cx="1554480" cy="4023360"/>
          </a:xfrm>
          <a:prstGeom prst="line">
            <a:avLst/>
          </a:prstGeom>
          <a:noFill/>
          <a:ln w="25400">
            <a:solidFill>
              <a:srgbClr val="0D0C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76272"/>
            <a:ext cx="1554480" cy="221284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65760"/>
            <a:ext cx="0" cy="4023360"/>
          </a:xfrm>
          <a:prstGeom prst="line">
            <a:avLst/>
          </a:prstGeom>
          <a:noFill/>
          <a:ln w="12700">
            <a:solidFill>
              <a:srgbClr val="0D0C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77440"/>
            <a:ext cx="1554480" cy="0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"/>
            <a:ext cx="155448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370832"/>
            <a:ext cx="1554480" cy="228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CURTAIN WALL · F01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240280" y="365760"/>
            <a:ext cx="786384" cy="1014984"/>
          </a:xfrm>
          <a:prstGeom prst="rect">
            <a:avLst/>
          </a:prstGeom>
          <a:solidFill>
            <a:srgbClr val="0A141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65760"/>
            <a:ext cx="786384" cy="1014984"/>
          </a:xfrm>
          <a:prstGeom prst="rect">
            <a:avLst/>
          </a:prstGeom>
          <a:solidFill>
            <a:srgbClr val="0E2234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0280" y="1371600"/>
            <a:ext cx="786384" cy="1014984"/>
          </a:xfrm>
          <a:prstGeom prst="rect">
            <a:avLst/>
          </a:prstGeom>
          <a:solidFill>
            <a:srgbClr val="1A20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1371600"/>
            <a:ext cx="786384" cy="1014984"/>
          </a:xfrm>
          <a:prstGeom prst="rect">
            <a:avLst/>
          </a:prstGeom>
          <a:solidFill>
            <a:srgbClr val="1620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2377440"/>
            <a:ext cx="786384" cy="1014984"/>
          </a:xfrm>
          <a:prstGeom prst="rect">
            <a:avLst/>
          </a:prstGeom>
          <a:solidFill>
            <a:srgbClr val="0A101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377440"/>
            <a:ext cx="786384" cy="1014984"/>
          </a:xfrm>
          <a:prstGeom prst="rect">
            <a:avLst/>
          </a:prstGeom>
          <a:solidFill>
            <a:srgbClr val="1A20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3383280"/>
            <a:ext cx="786384" cy="1014984"/>
          </a:xfrm>
          <a:prstGeom prst="rect">
            <a:avLst/>
          </a:prstGeom>
          <a:solidFill>
            <a:srgbClr val="0E1C1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3383280"/>
            <a:ext cx="786384" cy="1014984"/>
          </a:xfrm>
          <a:prstGeom prst="rect">
            <a:avLst/>
          </a:prstGeom>
          <a:solidFill>
            <a:srgbClr val="0A141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65760"/>
            <a:ext cx="1554480" cy="4023360"/>
          </a:xfrm>
          <a:prstGeom prst="line">
            <a:avLst/>
          </a:prstGeom>
          <a:noFill/>
          <a:ln w="25400">
            <a:solidFill>
              <a:srgbClr val="0D0C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2176272"/>
            <a:ext cx="1554480" cy="221284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365760"/>
            <a:ext cx="0" cy="4023360"/>
          </a:xfrm>
          <a:prstGeom prst="line">
            <a:avLst/>
          </a:prstGeom>
          <a:noFill/>
          <a:ln w="12700">
            <a:solidFill>
              <a:srgbClr val="0D0C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377440"/>
            <a:ext cx="1554480" cy="0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365760"/>
            <a:ext cx="155448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4370832"/>
            <a:ext cx="1554480" cy="228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TRIUMPHAL ARCH · F02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4206240" y="0"/>
            <a:ext cx="9144" cy="514350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114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 — BROCHE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0" y="7132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Broche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4572000" y="1298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series · Helder float · Permanent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1691640"/>
            <a:ext cx="9144000" cy="4572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1810512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Architectuurvorm als sieraad. Curtain Wall, Triumphal Arch, Fluted Column — in het meest eerlijke glas. Geen print, geen kleur. De vorm breekt het licht.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0" y="3337560"/>
            <a:ext cx="4297680" cy="34747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17920" y="3337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Helder float · 5–6mm · goud-vermeil naald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3721608"/>
            <a:ext cx="4297680" cy="347472"/>
          </a:xfrm>
          <a:prstGeom prst="rect">
            <a:avLst/>
          </a:prstGeom>
          <a:solidFill>
            <a:srgbClr val="141210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721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PRIJS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17920" y="37216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€ 65 – 130 / stuk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0" y="4105656"/>
            <a:ext cx="4297680" cy="34747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41056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217920" y="41056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~80% direct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0" y="4800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 · float · forever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00F0D"/>
          </a:solidFill>
          <a:ln w="12700">
            <a:solidFill>
              <a:srgbClr val="10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65760"/>
            <a:ext cx="786384" cy="1014984"/>
          </a:xfrm>
          <a:prstGeom prst="rect">
            <a:avLst/>
          </a:prstGeom>
          <a:solidFill>
            <a:srgbClr val="0A142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365760"/>
            <a:ext cx="786384" cy="1014984"/>
          </a:xfrm>
          <a:prstGeom prst="rect">
            <a:avLst/>
          </a:prstGeom>
          <a:solidFill>
            <a:srgbClr val="131C2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786384" cy="1014984"/>
          </a:xfrm>
          <a:prstGeom prst="rect">
            <a:avLst/>
          </a:prstGeom>
          <a:solidFill>
            <a:srgbClr val="1C283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786384" cy="1014984"/>
          </a:xfrm>
          <a:prstGeom prst="rect">
            <a:avLst/>
          </a:prstGeom>
          <a:solidFill>
            <a:srgbClr val="0A142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377440"/>
            <a:ext cx="786384" cy="1014984"/>
          </a:xfrm>
          <a:prstGeom prst="rect">
            <a:avLst/>
          </a:prstGeom>
          <a:solidFill>
            <a:srgbClr val="131C2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377440"/>
            <a:ext cx="786384" cy="1014984"/>
          </a:xfrm>
          <a:prstGeom prst="rect">
            <a:avLst/>
          </a:prstGeom>
          <a:solidFill>
            <a:srgbClr val="1C283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383280"/>
            <a:ext cx="786384" cy="1014984"/>
          </a:xfrm>
          <a:prstGeom prst="rect">
            <a:avLst/>
          </a:prstGeom>
          <a:solidFill>
            <a:srgbClr val="0E18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383280"/>
            <a:ext cx="786384" cy="1014984"/>
          </a:xfrm>
          <a:prstGeom prst="rect">
            <a:avLst/>
          </a:prstGeom>
          <a:solidFill>
            <a:srgbClr val="1620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65760"/>
            <a:ext cx="1554480" cy="4023360"/>
          </a:xfrm>
          <a:prstGeom prst="line">
            <a:avLst/>
          </a:prstGeom>
          <a:noFill/>
          <a:ln w="25400">
            <a:solidFill>
              <a:srgbClr val="0D0C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76272"/>
            <a:ext cx="1554480" cy="221284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65760"/>
            <a:ext cx="0" cy="4023360"/>
          </a:xfrm>
          <a:prstGeom prst="line">
            <a:avLst/>
          </a:prstGeom>
          <a:noFill/>
          <a:ln w="12700">
            <a:solidFill>
              <a:srgbClr val="0D0C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77440"/>
            <a:ext cx="1554480" cy="0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"/>
            <a:ext cx="155448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370832"/>
            <a:ext cx="1554480" cy="228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· SET A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240280" y="365760"/>
            <a:ext cx="786384" cy="1014984"/>
          </a:xfrm>
          <a:prstGeom prst="rect">
            <a:avLst/>
          </a:prstGeom>
          <a:solidFill>
            <a:srgbClr val="1A3A2E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65760"/>
            <a:ext cx="786384" cy="1014984"/>
          </a:xfrm>
          <a:prstGeom prst="rect">
            <a:avLst/>
          </a:prstGeom>
          <a:solidFill>
            <a:srgbClr val="1F4A3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0280" y="1371600"/>
            <a:ext cx="786384" cy="1014984"/>
          </a:xfrm>
          <a:prstGeom prst="rect">
            <a:avLst/>
          </a:prstGeom>
          <a:solidFill>
            <a:srgbClr val="2C4A1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1371600"/>
            <a:ext cx="786384" cy="1014984"/>
          </a:xfrm>
          <a:prstGeom prst="rect">
            <a:avLst/>
          </a:prstGeom>
          <a:solidFill>
            <a:srgbClr val="3A2C1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2377440"/>
            <a:ext cx="786384" cy="1014984"/>
          </a:xfrm>
          <a:prstGeom prst="rect">
            <a:avLst/>
          </a:prstGeom>
          <a:solidFill>
            <a:srgbClr val="1C38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377440"/>
            <a:ext cx="786384" cy="1014984"/>
          </a:xfrm>
          <a:prstGeom prst="rect">
            <a:avLst/>
          </a:prstGeom>
          <a:solidFill>
            <a:srgbClr val="1A2C3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3383280"/>
            <a:ext cx="786384" cy="1014984"/>
          </a:xfrm>
          <a:prstGeom prst="rect">
            <a:avLst/>
          </a:prstGeom>
          <a:solidFill>
            <a:srgbClr val="102A3C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3383280"/>
            <a:ext cx="786384" cy="1014984"/>
          </a:xfrm>
          <a:prstGeom prst="rect">
            <a:avLst/>
          </a:prstGeom>
          <a:solidFill>
            <a:srgbClr val="0E20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65760"/>
            <a:ext cx="1554480" cy="4023360"/>
          </a:xfrm>
          <a:prstGeom prst="line">
            <a:avLst/>
          </a:prstGeom>
          <a:noFill/>
          <a:ln w="25400">
            <a:solidFill>
              <a:srgbClr val="0D0C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2176272"/>
            <a:ext cx="1554480" cy="221284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365760"/>
            <a:ext cx="0" cy="4023360"/>
          </a:xfrm>
          <a:prstGeom prst="line">
            <a:avLst/>
          </a:prstGeom>
          <a:noFill/>
          <a:ln w="12700">
            <a:solidFill>
              <a:srgbClr val="0D0C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377440"/>
            <a:ext cx="1554480" cy="0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365760"/>
            <a:ext cx="155448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4370832"/>
            <a:ext cx="1554480" cy="228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PRINTED · RUN 001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4206240" y="0"/>
            <a:ext cx="9144" cy="514350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114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 — MANCHETKNOPEN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0" y="7132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Manchetknopen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4572000" y="1298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Helder of bedrukt · Set van 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1691640"/>
            <a:ext cx="9144000" cy="4572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1810512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enige sieraad dat uitsluitend door mannen wordt gedragen — in een categorie die goud en zilver kent. Float glas op 5mm breekt het licht anders. De glasrand zichtbaar in de manchet is het argument.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0" y="3337560"/>
            <a:ext cx="4297680" cy="34747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17920" y="3337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 5mm (helder) of restglas 3–4mm (bedrukt)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3721608"/>
            <a:ext cx="4297680" cy="347472"/>
          </a:xfrm>
          <a:prstGeom prst="rect">
            <a:avLst/>
          </a:prstGeom>
          <a:solidFill>
            <a:srgbClr val="141210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721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PRIJS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17920" y="37216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€ 95 – 165 / set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0" y="4105656"/>
            <a:ext cx="4297680" cy="34747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41056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217920" y="41056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~82% direct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0" y="4800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 · float · forever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00F0D"/>
          </a:solidFill>
          <a:ln w="12700">
            <a:solidFill>
              <a:srgbClr val="10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65760"/>
            <a:ext cx="786384" cy="1014984"/>
          </a:xfrm>
          <a:prstGeom prst="rect">
            <a:avLst/>
          </a:prstGeom>
          <a:solidFill>
            <a:srgbClr val="0C1014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365760"/>
            <a:ext cx="786384" cy="1014984"/>
          </a:xfrm>
          <a:prstGeom prst="rect">
            <a:avLst/>
          </a:prstGeom>
          <a:solidFill>
            <a:srgbClr val="11141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786384" cy="1014984"/>
          </a:xfrm>
          <a:prstGeom prst="rect">
            <a:avLst/>
          </a:prstGeom>
          <a:solidFill>
            <a:srgbClr val="0A0E14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786384" cy="1014984"/>
          </a:xfrm>
          <a:prstGeom prst="rect">
            <a:avLst/>
          </a:prstGeom>
          <a:solidFill>
            <a:srgbClr val="0C122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377440"/>
            <a:ext cx="786384" cy="1014984"/>
          </a:xfrm>
          <a:prstGeom prst="rect">
            <a:avLst/>
          </a:prstGeom>
          <a:solidFill>
            <a:srgbClr val="0A0E14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377440"/>
            <a:ext cx="786384" cy="1014984"/>
          </a:xfrm>
          <a:prstGeom prst="rect">
            <a:avLst/>
          </a:prstGeom>
          <a:solidFill>
            <a:srgbClr val="0C1014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383280"/>
            <a:ext cx="786384" cy="1014984"/>
          </a:xfrm>
          <a:prstGeom prst="rect">
            <a:avLst/>
          </a:prstGeom>
          <a:solidFill>
            <a:srgbClr val="11141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383280"/>
            <a:ext cx="786384" cy="1014984"/>
          </a:xfrm>
          <a:prstGeom prst="rect">
            <a:avLst/>
          </a:prstGeom>
          <a:solidFill>
            <a:srgbClr val="0A0E14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65760"/>
            <a:ext cx="1554480" cy="4023360"/>
          </a:xfrm>
          <a:prstGeom prst="line">
            <a:avLst/>
          </a:prstGeom>
          <a:noFill/>
          <a:ln w="25400">
            <a:solidFill>
              <a:srgbClr val="0D0C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76272"/>
            <a:ext cx="1554480" cy="221284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65760"/>
            <a:ext cx="0" cy="4023360"/>
          </a:xfrm>
          <a:prstGeom prst="line">
            <a:avLst/>
          </a:prstGeom>
          <a:noFill/>
          <a:ln w="12700">
            <a:solidFill>
              <a:srgbClr val="0D0C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77440"/>
            <a:ext cx="1554480" cy="0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"/>
            <a:ext cx="155448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370832"/>
            <a:ext cx="1554480" cy="228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MATTE BLACK COAT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240280" y="365760"/>
            <a:ext cx="786384" cy="1014984"/>
          </a:xfrm>
          <a:prstGeom prst="rect">
            <a:avLst/>
          </a:prstGeom>
          <a:solidFill>
            <a:srgbClr val="1A3A2E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65760"/>
            <a:ext cx="786384" cy="1014984"/>
          </a:xfrm>
          <a:prstGeom prst="rect">
            <a:avLst/>
          </a:prstGeom>
          <a:solidFill>
            <a:srgbClr val="2C4A1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0280" y="1371600"/>
            <a:ext cx="786384" cy="1014984"/>
          </a:xfrm>
          <a:prstGeom prst="rect">
            <a:avLst/>
          </a:prstGeom>
          <a:solidFill>
            <a:srgbClr val="1C38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1371600"/>
            <a:ext cx="786384" cy="1014984"/>
          </a:xfrm>
          <a:prstGeom prst="rect">
            <a:avLst/>
          </a:prstGeom>
          <a:solidFill>
            <a:srgbClr val="1E3A1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2377440"/>
            <a:ext cx="786384" cy="1014984"/>
          </a:xfrm>
          <a:prstGeom prst="rect">
            <a:avLst/>
          </a:prstGeom>
          <a:solidFill>
            <a:srgbClr val="3A2C1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377440"/>
            <a:ext cx="786384" cy="1014984"/>
          </a:xfrm>
          <a:prstGeom prst="rect">
            <a:avLst/>
          </a:prstGeom>
          <a:solidFill>
            <a:srgbClr val="4A381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3383280"/>
            <a:ext cx="786384" cy="1014984"/>
          </a:xfrm>
          <a:prstGeom prst="rect">
            <a:avLst/>
          </a:prstGeom>
          <a:solidFill>
            <a:srgbClr val="1A2C3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3383280"/>
            <a:ext cx="786384" cy="1014984"/>
          </a:xfrm>
          <a:prstGeom prst="rect">
            <a:avLst/>
          </a:prstGeom>
          <a:solidFill>
            <a:srgbClr val="102A3C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65760"/>
            <a:ext cx="1554480" cy="4023360"/>
          </a:xfrm>
          <a:prstGeom prst="line">
            <a:avLst/>
          </a:prstGeom>
          <a:noFill/>
          <a:ln w="25400">
            <a:solidFill>
              <a:srgbClr val="0D0C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2176272"/>
            <a:ext cx="1554480" cy="221284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365760"/>
            <a:ext cx="0" cy="4023360"/>
          </a:xfrm>
          <a:prstGeom prst="line">
            <a:avLst/>
          </a:prstGeom>
          <a:noFill/>
          <a:ln w="12700">
            <a:solidFill>
              <a:srgbClr val="0D0C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377440"/>
            <a:ext cx="1554480" cy="0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365760"/>
            <a:ext cx="155448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4370832"/>
            <a:ext cx="1554480" cy="228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PRINTED · RUN 001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4206240" y="0"/>
            <a:ext cx="9144" cy="514350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114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 — TIE BAR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0" y="7132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 Bar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4572000" y="1298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Gecoat of bedrukt · ±55mm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1691640"/>
            <a:ext cx="9144000" cy="4572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1810512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 borsthoogte. Op ooghoogte in een zakelijk gesprek. De glasrand aan de bovenzijde van de bar — 4mm float zichtbaar als laag — is het overtuigendste verkoopmoment.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0" y="3337560"/>
            <a:ext cx="4297680" cy="34747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17920" y="3337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 4mm · PVD coat of restglas · goud-vermeil clip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3721608"/>
            <a:ext cx="4297680" cy="347472"/>
          </a:xfrm>
          <a:prstGeom prst="rect">
            <a:avLst/>
          </a:prstGeom>
          <a:solidFill>
            <a:srgbClr val="141210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721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PRIJS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17920" y="37216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€ 85 – 145 / stuk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0" y="4105656"/>
            <a:ext cx="4297680" cy="34747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41056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217920" y="41056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~79% direct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0" y="4800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 · float · forever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00F0D"/>
          </a:solidFill>
          <a:ln w="12700">
            <a:solidFill>
              <a:srgbClr val="10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65760"/>
            <a:ext cx="786384" cy="1014984"/>
          </a:xfrm>
          <a:prstGeom prst="rect">
            <a:avLst/>
          </a:prstGeom>
          <a:solidFill>
            <a:srgbClr val="0A142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365760"/>
            <a:ext cx="786384" cy="1014984"/>
          </a:xfrm>
          <a:prstGeom prst="rect">
            <a:avLst/>
          </a:prstGeom>
          <a:solidFill>
            <a:srgbClr val="131C2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786384" cy="1014984"/>
          </a:xfrm>
          <a:prstGeom prst="rect">
            <a:avLst/>
          </a:prstGeom>
          <a:solidFill>
            <a:srgbClr val="0E1C1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786384" cy="1014984"/>
          </a:xfrm>
          <a:prstGeom prst="rect">
            <a:avLst/>
          </a:prstGeom>
          <a:solidFill>
            <a:srgbClr val="1A20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377440"/>
            <a:ext cx="786384" cy="1014984"/>
          </a:xfrm>
          <a:prstGeom prst="rect">
            <a:avLst/>
          </a:prstGeom>
          <a:solidFill>
            <a:srgbClr val="0A142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377440"/>
            <a:ext cx="786384" cy="1014984"/>
          </a:xfrm>
          <a:prstGeom prst="rect">
            <a:avLst/>
          </a:prstGeom>
          <a:solidFill>
            <a:srgbClr val="131C2A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383280"/>
            <a:ext cx="786384" cy="1014984"/>
          </a:xfrm>
          <a:prstGeom prst="rect">
            <a:avLst/>
          </a:prstGeom>
          <a:solidFill>
            <a:srgbClr val="0E18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383280"/>
            <a:ext cx="786384" cy="1014984"/>
          </a:xfrm>
          <a:prstGeom prst="rect">
            <a:avLst/>
          </a:prstGeom>
          <a:solidFill>
            <a:srgbClr val="1620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65760"/>
            <a:ext cx="1554480" cy="4023360"/>
          </a:xfrm>
          <a:prstGeom prst="line">
            <a:avLst/>
          </a:prstGeom>
          <a:noFill/>
          <a:ln w="25400">
            <a:solidFill>
              <a:srgbClr val="0D0C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76272"/>
            <a:ext cx="1554480" cy="221284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65760"/>
            <a:ext cx="0" cy="4023360"/>
          </a:xfrm>
          <a:prstGeom prst="line">
            <a:avLst/>
          </a:prstGeom>
          <a:noFill/>
          <a:ln w="12700">
            <a:solidFill>
              <a:srgbClr val="0D0C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77440"/>
            <a:ext cx="1554480" cy="0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"/>
            <a:ext cx="155448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370832"/>
            <a:ext cx="1554480" cy="228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HEXAGON · F01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240280" y="365760"/>
            <a:ext cx="786384" cy="1014984"/>
          </a:xfrm>
          <a:prstGeom prst="rect">
            <a:avLst/>
          </a:prstGeom>
          <a:solidFill>
            <a:srgbClr val="0C101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65760"/>
            <a:ext cx="786384" cy="1014984"/>
          </a:xfrm>
          <a:prstGeom prst="rect">
            <a:avLst/>
          </a:prstGeom>
          <a:solidFill>
            <a:srgbClr val="1A20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0280" y="1371600"/>
            <a:ext cx="786384" cy="1014984"/>
          </a:xfrm>
          <a:prstGeom prst="rect">
            <a:avLst/>
          </a:prstGeom>
          <a:solidFill>
            <a:srgbClr val="0E1C1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1371600"/>
            <a:ext cx="786384" cy="1014984"/>
          </a:xfrm>
          <a:prstGeom prst="rect">
            <a:avLst/>
          </a:prstGeom>
          <a:solidFill>
            <a:srgbClr val="1820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2377440"/>
            <a:ext cx="786384" cy="1014984"/>
          </a:xfrm>
          <a:prstGeom prst="rect">
            <a:avLst/>
          </a:prstGeom>
          <a:solidFill>
            <a:srgbClr val="1420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377440"/>
            <a:ext cx="786384" cy="1014984"/>
          </a:xfrm>
          <a:prstGeom prst="rect">
            <a:avLst/>
          </a:prstGeom>
          <a:solidFill>
            <a:srgbClr val="10182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3383280"/>
            <a:ext cx="786384" cy="1014984"/>
          </a:xfrm>
          <a:prstGeom prst="rect">
            <a:avLst/>
          </a:prstGeom>
          <a:solidFill>
            <a:srgbClr val="0C1018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3383280"/>
            <a:ext cx="786384" cy="1014984"/>
          </a:xfrm>
          <a:prstGeom prst="rect">
            <a:avLst/>
          </a:prstGeom>
          <a:solidFill>
            <a:srgbClr val="1A2030"/>
          </a:solidFill>
          <a:ln w="10160">
            <a:solidFill>
              <a:srgbClr val="0D0C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65760"/>
            <a:ext cx="1554480" cy="4023360"/>
          </a:xfrm>
          <a:prstGeom prst="line">
            <a:avLst/>
          </a:prstGeom>
          <a:noFill/>
          <a:ln w="25400">
            <a:solidFill>
              <a:srgbClr val="0D0C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2176272"/>
            <a:ext cx="1554480" cy="2212848"/>
          </a:xfrm>
          <a:prstGeom prst="line">
            <a:avLst/>
          </a:prstGeom>
          <a:noFill/>
          <a:ln w="15240">
            <a:solidFill>
              <a:srgbClr val="0D0C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365760"/>
            <a:ext cx="0" cy="4023360"/>
          </a:xfrm>
          <a:prstGeom prst="line">
            <a:avLst/>
          </a:prstGeom>
          <a:noFill/>
          <a:ln w="12700">
            <a:solidFill>
              <a:srgbClr val="0D0C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377440"/>
            <a:ext cx="1554480" cy="0"/>
          </a:xfrm>
          <a:prstGeom prst="line">
            <a:avLst/>
          </a:prstGeom>
          <a:noFill/>
          <a:ln w="10160">
            <a:solidFill>
              <a:srgbClr val="0D0C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365760"/>
            <a:ext cx="1554480" cy="27432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4370832"/>
            <a:ext cx="1554480" cy="2286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4480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TEARDROP · F04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4206240" y="0"/>
            <a:ext cx="9144" cy="514350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114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 — SLEUTELHANGER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0" y="7132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Sleutelhanger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4572000" y="1298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Entry · Float 6mm · Vier vormen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1691640"/>
            <a:ext cx="9144000" cy="4572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1810512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A6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laagste prijspunt van het systeem — maar het zwaarste glas. 6mm float. Het gewicht in de hand is het eerste argument. Het instappunt naar een systeem.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0" y="3337560"/>
            <a:ext cx="4297680" cy="34747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17920" y="3337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Helder float · 6mm · goud-vermeil splitring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3721608"/>
            <a:ext cx="4297680" cy="347472"/>
          </a:xfrm>
          <a:prstGeom prst="rect">
            <a:avLst/>
          </a:prstGeom>
          <a:solidFill>
            <a:srgbClr val="141210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721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PRIJS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17920" y="37216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€ 25 – 45 / stuk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0" y="4105656"/>
            <a:ext cx="4297680" cy="34747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41056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217920" y="41056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~86% direct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0" y="4800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 · float · forever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 — PRIJSARCHITECTUUR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instroom tot statement.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9144000" cy="4572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43891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82880" cy="438912"/>
          </a:xfrm>
          <a:prstGeom prst="rect">
            <a:avLst/>
          </a:prstGeom>
          <a:solidFill>
            <a:srgbClr val="0A142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182880" cy="438912"/>
          </a:xfrm>
          <a:prstGeom prst="rect">
            <a:avLst/>
          </a:prstGeom>
          <a:solidFill>
            <a:srgbClr val="131C2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188720"/>
            <a:ext cx="182880" cy="438912"/>
          </a:xfrm>
          <a:prstGeom prst="rect">
            <a:avLst/>
          </a:prstGeom>
          <a:solidFill>
            <a:srgbClr val="0E1828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1316736"/>
            <a:ext cx="914400" cy="18288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1316736"/>
            <a:ext cx="73152" cy="182880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188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SLEUTELHANGER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0" y="11887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€ 25 – 45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0" y="11887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4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~86%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783080"/>
            <a:ext cx="8229600" cy="438912"/>
          </a:xfrm>
          <a:prstGeom prst="rect">
            <a:avLst/>
          </a:prstGeom>
          <a:solidFill>
            <a:srgbClr val="141210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783080"/>
            <a:ext cx="182880" cy="438912"/>
          </a:xfrm>
          <a:prstGeom prst="rect">
            <a:avLst/>
          </a:prstGeom>
          <a:solidFill>
            <a:srgbClr val="1A3A2E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1783080"/>
            <a:ext cx="182880" cy="438912"/>
          </a:xfrm>
          <a:prstGeom prst="rect">
            <a:avLst/>
          </a:prstGeom>
          <a:solidFill>
            <a:srgbClr val="2C4A1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1783080"/>
            <a:ext cx="182880" cy="438912"/>
          </a:xfrm>
          <a:prstGeom prst="rect">
            <a:avLst/>
          </a:prstGeom>
          <a:solidFill>
            <a:srgbClr val="1C3828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5568" y="1911096"/>
            <a:ext cx="1645920" cy="18288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" y="1911096"/>
            <a:ext cx="73152" cy="182880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7830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PENDANT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0" y="17830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€ 55 – 95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17830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4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~85%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377440"/>
            <a:ext cx="8229600" cy="43891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377440"/>
            <a:ext cx="182880" cy="438912"/>
          </a:xfrm>
          <a:prstGeom prst="rect">
            <a:avLst/>
          </a:prstGeom>
          <a:solidFill>
            <a:srgbClr val="0C2A4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377440"/>
            <a:ext cx="182880" cy="438912"/>
          </a:xfrm>
          <a:prstGeom prst="rect">
            <a:avLst/>
          </a:prstGeom>
          <a:solidFill>
            <a:srgbClr val="1C3A5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2377440"/>
            <a:ext cx="182880" cy="438912"/>
          </a:xfrm>
          <a:prstGeom prst="rect">
            <a:avLst/>
          </a:prstGeom>
          <a:solidFill>
            <a:srgbClr val="C4602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5568" y="2505456"/>
            <a:ext cx="1645920" cy="18288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5568" y="2505456"/>
            <a:ext cx="73152" cy="182880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2377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OORBELLEN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43600" y="2377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€ 55 – 95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06640" y="2377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4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~85%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2971800"/>
            <a:ext cx="8229600" cy="438912"/>
          </a:xfrm>
          <a:prstGeom prst="rect">
            <a:avLst/>
          </a:prstGeom>
          <a:solidFill>
            <a:srgbClr val="141210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971800"/>
            <a:ext cx="182880" cy="438912"/>
          </a:xfrm>
          <a:prstGeom prst="rect">
            <a:avLst/>
          </a:prstGeom>
          <a:solidFill>
            <a:srgbClr val="0A142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2971800"/>
            <a:ext cx="182880" cy="438912"/>
          </a:xfrm>
          <a:prstGeom prst="rect">
            <a:avLst/>
          </a:prstGeom>
          <a:solidFill>
            <a:srgbClr val="131C2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2971800"/>
            <a:ext cx="182880" cy="438912"/>
          </a:xfrm>
          <a:prstGeom prst="rect">
            <a:avLst/>
          </a:prstGeom>
          <a:solidFill>
            <a:srgbClr val="1A243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5568" y="3099816"/>
            <a:ext cx="2103120" cy="18288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5568" y="3099816"/>
            <a:ext cx="73152" cy="182880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51960" y="29718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BROCHE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43600" y="29718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€ 65 – 130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06640" y="29718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4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3566160"/>
            <a:ext cx="8229600" cy="438912"/>
          </a:xfrm>
          <a:prstGeom prst="rect">
            <a:avLst/>
          </a:prstGeom>
          <a:solidFill>
            <a:srgbClr val="100F0D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566160"/>
            <a:ext cx="182880" cy="438912"/>
          </a:xfrm>
          <a:prstGeom prst="rect">
            <a:avLst/>
          </a:prstGeom>
          <a:solidFill>
            <a:srgbClr val="0C1014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3566160"/>
            <a:ext cx="182880" cy="438912"/>
          </a:xfrm>
          <a:prstGeom prst="rect">
            <a:avLst/>
          </a:prstGeom>
          <a:solidFill>
            <a:srgbClr val="111418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" y="3566160"/>
            <a:ext cx="182880" cy="438912"/>
          </a:xfrm>
          <a:prstGeom prst="rect">
            <a:avLst/>
          </a:prstGeom>
          <a:solidFill>
            <a:srgbClr val="0A0E14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15568" y="3694176"/>
            <a:ext cx="2560320" cy="18288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15568" y="3694176"/>
            <a:ext cx="73152" cy="182880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51960" y="3566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 BAR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943600" y="35661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€ 85 – 145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40664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4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~79%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4160520"/>
            <a:ext cx="8229600" cy="438912"/>
          </a:xfrm>
          <a:prstGeom prst="rect">
            <a:avLst/>
          </a:prstGeom>
          <a:solidFill>
            <a:srgbClr val="141210"/>
          </a:solidFill>
          <a:ln w="3810">
            <a:solidFill>
              <a:srgbClr val="2A22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4160520"/>
            <a:ext cx="182880" cy="438912"/>
          </a:xfrm>
          <a:prstGeom prst="rect">
            <a:avLst/>
          </a:prstGeom>
          <a:solidFill>
            <a:srgbClr val="1A3A2E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" y="4160520"/>
            <a:ext cx="182880" cy="438912"/>
          </a:xfrm>
          <a:prstGeom prst="rect">
            <a:avLst/>
          </a:prstGeom>
          <a:solidFill>
            <a:srgbClr val="0C2A40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960" y="4160520"/>
            <a:ext cx="182880" cy="438912"/>
          </a:xfrm>
          <a:prstGeom prst="rect">
            <a:avLst/>
          </a:prstGeom>
          <a:solidFill>
            <a:srgbClr val="C4602A"/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5568" y="4288536"/>
            <a:ext cx="2926080" cy="182880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15568" y="4288536"/>
            <a:ext cx="73152" cy="182880"/>
          </a:xfrm>
          <a:prstGeom prst="rect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51960" y="4160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MANCHETKNOPEN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943600" y="41605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€ 95 – 165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406640" y="41605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4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~82%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41210"/>
          </a:solidFill>
          <a:ln w="6350">
            <a:solidFill>
              <a:srgbClr val="8B73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B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Gemiddelde marge — direct verkoop: ~82%    ·    Kanaal: eigen site / events / invitation-only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1289304"/>
          </a:xfrm>
          <a:prstGeom prst="rect">
            <a:avLst/>
          </a:prstGeom>
          <a:solidFill>
            <a:srgbClr val="0A142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914400" cy="1289304"/>
          </a:xfrm>
          <a:prstGeom prst="rect">
            <a:avLst/>
          </a:prstGeom>
          <a:solidFill>
            <a:srgbClr val="131C2A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914400" cy="1289304"/>
          </a:xfrm>
          <a:prstGeom prst="rect">
            <a:avLst/>
          </a:prstGeom>
          <a:solidFill>
            <a:srgbClr val="1A3A2E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914400" cy="1289304"/>
          </a:xfrm>
          <a:prstGeom prst="rect">
            <a:avLst/>
          </a:prstGeom>
          <a:solidFill>
            <a:srgbClr val="0C2A4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914400" cy="1289304"/>
          </a:xfrm>
          <a:prstGeom prst="rect">
            <a:avLst/>
          </a:prstGeom>
          <a:solidFill>
            <a:srgbClr val="111418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914400" cy="1289304"/>
          </a:xfrm>
          <a:prstGeom prst="rect">
            <a:avLst/>
          </a:prstGeom>
          <a:solidFill>
            <a:srgbClr val="0A1208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914400" cy="1289304"/>
          </a:xfrm>
          <a:prstGeom prst="rect">
            <a:avLst/>
          </a:prstGeom>
          <a:solidFill>
            <a:srgbClr val="0A142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914400" cy="1289304"/>
          </a:xfrm>
          <a:prstGeom prst="rect">
            <a:avLst/>
          </a:prstGeom>
          <a:solidFill>
            <a:srgbClr val="131C2A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914400" cy="1289304"/>
          </a:xfrm>
          <a:prstGeom prst="rect">
            <a:avLst/>
          </a:prstGeom>
          <a:solidFill>
            <a:srgbClr val="1A3A2E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914400" cy="1289304"/>
          </a:xfrm>
          <a:prstGeom prst="rect">
            <a:avLst/>
          </a:prstGeom>
          <a:solidFill>
            <a:srgbClr val="0C2A4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289304"/>
            <a:ext cx="914400" cy="1289304"/>
          </a:xfrm>
          <a:prstGeom prst="rect">
            <a:avLst/>
          </a:prstGeom>
          <a:solidFill>
            <a:srgbClr val="111418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289304"/>
            <a:ext cx="914400" cy="1289304"/>
          </a:xfrm>
          <a:prstGeom prst="rect">
            <a:avLst/>
          </a:prstGeom>
          <a:solidFill>
            <a:srgbClr val="0A1208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1289304"/>
            <a:ext cx="914400" cy="1289304"/>
          </a:xfrm>
          <a:prstGeom prst="rect">
            <a:avLst/>
          </a:prstGeom>
          <a:solidFill>
            <a:srgbClr val="0A142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289304"/>
            <a:ext cx="914400" cy="1289304"/>
          </a:xfrm>
          <a:prstGeom prst="rect">
            <a:avLst/>
          </a:prstGeom>
          <a:solidFill>
            <a:srgbClr val="131C2A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289304"/>
            <a:ext cx="914400" cy="1289304"/>
          </a:xfrm>
          <a:prstGeom prst="rect">
            <a:avLst/>
          </a:prstGeom>
          <a:solidFill>
            <a:srgbClr val="1A3A2E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289304"/>
            <a:ext cx="914400" cy="1289304"/>
          </a:xfrm>
          <a:prstGeom prst="rect">
            <a:avLst/>
          </a:prstGeom>
          <a:solidFill>
            <a:srgbClr val="0C2A4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1289304"/>
            <a:ext cx="914400" cy="1289304"/>
          </a:xfrm>
          <a:prstGeom prst="rect">
            <a:avLst/>
          </a:prstGeom>
          <a:solidFill>
            <a:srgbClr val="111418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289304"/>
            <a:ext cx="914400" cy="1289304"/>
          </a:xfrm>
          <a:prstGeom prst="rect">
            <a:avLst/>
          </a:prstGeom>
          <a:solidFill>
            <a:srgbClr val="0A1208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289304"/>
            <a:ext cx="914400" cy="1289304"/>
          </a:xfrm>
          <a:prstGeom prst="rect">
            <a:avLst/>
          </a:prstGeom>
          <a:solidFill>
            <a:srgbClr val="0A142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289304"/>
            <a:ext cx="914400" cy="1289304"/>
          </a:xfrm>
          <a:prstGeom prst="rect">
            <a:avLst/>
          </a:prstGeom>
          <a:solidFill>
            <a:srgbClr val="131C2A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578608"/>
            <a:ext cx="914400" cy="1289304"/>
          </a:xfrm>
          <a:prstGeom prst="rect">
            <a:avLst/>
          </a:prstGeom>
          <a:solidFill>
            <a:srgbClr val="1A3A2E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2578608"/>
            <a:ext cx="914400" cy="1289304"/>
          </a:xfrm>
          <a:prstGeom prst="rect">
            <a:avLst/>
          </a:prstGeom>
          <a:solidFill>
            <a:srgbClr val="0C2A4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2578608"/>
            <a:ext cx="914400" cy="1289304"/>
          </a:xfrm>
          <a:prstGeom prst="rect">
            <a:avLst/>
          </a:prstGeom>
          <a:solidFill>
            <a:srgbClr val="111418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2578608"/>
            <a:ext cx="914400" cy="1289304"/>
          </a:xfrm>
          <a:prstGeom prst="rect">
            <a:avLst/>
          </a:prstGeom>
          <a:solidFill>
            <a:srgbClr val="0A1208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2578608"/>
            <a:ext cx="914400" cy="1289304"/>
          </a:xfrm>
          <a:prstGeom prst="rect">
            <a:avLst/>
          </a:prstGeom>
          <a:solidFill>
            <a:srgbClr val="0A142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578608"/>
            <a:ext cx="914400" cy="1289304"/>
          </a:xfrm>
          <a:prstGeom prst="rect">
            <a:avLst/>
          </a:prstGeom>
          <a:solidFill>
            <a:srgbClr val="131C2A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2578608"/>
            <a:ext cx="914400" cy="1289304"/>
          </a:xfrm>
          <a:prstGeom prst="rect">
            <a:avLst/>
          </a:prstGeom>
          <a:solidFill>
            <a:srgbClr val="1A3A2E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578608"/>
            <a:ext cx="914400" cy="1289304"/>
          </a:xfrm>
          <a:prstGeom prst="rect">
            <a:avLst/>
          </a:prstGeom>
          <a:solidFill>
            <a:srgbClr val="0C2A4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2578608"/>
            <a:ext cx="914400" cy="1289304"/>
          </a:xfrm>
          <a:prstGeom prst="rect">
            <a:avLst/>
          </a:prstGeom>
          <a:solidFill>
            <a:srgbClr val="111418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578608"/>
            <a:ext cx="914400" cy="1289304"/>
          </a:xfrm>
          <a:prstGeom prst="rect">
            <a:avLst/>
          </a:prstGeom>
          <a:solidFill>
            <a:srgbClr val="0A1208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867912"/>
            <a:ext cx="914400" cy="1289304"/>
          </a:xfrm>
          <a:prstGeom prst="rect">
            <a:avLst/>
          </a:prstGeom>
          <a:solidFill>
            <a:srgbClr val="0A142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3867912"/>
            <a:ext cx="914400" cy="1289304"/>
          </a:xfrm>
          <a:prstGeom prst="rect">
            <a:avLst/>
          </a:prstGeom>
          <a:solidFill>
            <a:srgbClr val="131C2A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0" y="3867912"/>
            <a:ext cx="914400" cy="1289304"/>
          </a:xfrm>
          <a:prstGeom prst="rect">
            <a:avLst/>
          </a:prstGeom>
          <a:solidFill>
            <a:srgbClr val="1A3A2E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0" y="3867912"/>
            <a:ext cx="914400" cy="1289304"/>
          </a:xfrm>
          <a:prstGeom prst="rect">
            <a:avLst/>
          </a:prstGeom>
          <a:solidFill>
            <a:srgbClr val="0C2A4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0" y="3867912"/>
            <a:ext cx="914400" cy="1289304"/>
          </a:xfrm>
          <a:prstGeom prst="rect">
            <a:avLst/>
          </a:prstGeom>
          <a:solidFill>
            <a:srgbClr val="111418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3867912"/>
            <a:ext cx="914400" cy="1289304"/>
          </a:xfrm>
          <a:prstGeom prst="rect">
            <a:avLst/>
          </a:prstGeom>
          <a:solidFill>
            <a:srgbClr val="0A1208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0" y="3867912"/>
            <a:ext cx="914400" cy="1289304"/>
          </a:xfrm>
          <a:prstGeom prst="rect">
            <a:avLst/>
          </a:prstGeom>
          <a:solidFill>
            <a:srgbClr val="0A142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3867912"/>
            <a:ext cx="914400" cy="1289304"/>
          </a:xfrm>
          <a:prstGeom prst="rect">
            <a:avLst/>
          </a:prstGeom>
          <a:solidFill>
            <a:srgbClr val="131C2A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0" y="3867912"/>
            <a:ext cx="914400" cy="1289304"/>
          </a:xfrm>
          <a:prstGeom prst="rect">
            <a:avLst/>
          </a:prstGeom>
          <a:solidFill>
            <a:srgbClr val="1A3A2E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0" y="3867912"/>
            <a:ext cx="914400" cy="1289304"/>
          </a:xfrm>
          <a:prstGeom prst="rect">
            <a:avLst/>
          </a:prstGeom>
          <a:solidFill>
            <a:srgbClr val="0C2A40">
              <a:alpha val="15000"/>
            </a:srgbClr>
          </a:solidFill>
          <a:ln w="6350">
            <a:solidFill>
              <a:srgbClr val="0D0C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908">
              <a:alpha val="70000"/>
            </a:srgbClr>
          </a:solidFill>
          <a:ln w="12700">
            <a:solidFill>
              <a:srgbClr val="0A090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1600" kern="0" dirty="0">
                <a:solidFill>
                  <a:srgbClr val="F0EA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</a:t>
            </a:r>
            <a:endParaRPr lang="en-US" sz="8000" dirty="0"/>
          </a:p>
        </p:txBody>
      </p:sp>
      <p:sp>
        <p:nvSpPr>
          <p:cNvPr id="44" name="Text 42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Glass⏧Grasie®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0" y="2834640"/>
            <a:ext cx="9144000" cy="4572"/>
          </a:xfrm>
          <a:prstGeom prst="rect">
            <a:avLst/>
          </a:prstGeom>
          <a:solidFill>
            <a:srgbClr val="2A2218"/>
          </a:solidFill>
          <a:ln w="12700">
            <a:solidFill>
              <a:srgbClr val="2A2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run. Never again.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3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 · float · forever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Fragment — Brand Deck</dc:title>
  <dc:subject>PptxGenJS Presentation</dc:subject>
  <dc:creator>PptxGenJS</dc:creator>
  <cp:lastModifiedBy>PptxGenJS</cp:lastModifiedBy>
  <cp:revision>1</cp:revision>
  <dcterms:created xsi:type="dcterms:W3CDTF">2026-04-11T06:31:29Z</dcterms:created>
  <dcterms:modified xsi:type="dcterms:W3CDTF">2026-04-11T06:31:29Z</dcterms:modified>
</cp:coreProperties>
</file>