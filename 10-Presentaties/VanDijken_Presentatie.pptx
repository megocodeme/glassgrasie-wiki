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F3D2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Van Dijken Glas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Circulair partnerschap — van restglas naar premium design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3566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Restfloatglas dat anders afgevoerd wordt,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wordt nu een product dat Van Dijken Glas op de kaart zet.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idee in twee zinnen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  ×  Van Dijken Glas  |  Circulair partnerschap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Dijken Glas maakt het mooiste glas van Nederland.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deel van dat glas verlaat de fabriek als restmateriaal — snijresten, afgekeurde prints, restplaten.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 materiaal heeft exact dezelfde kwaliteit als het eindproduct. Het verdient een tweede leven.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749040" cy="17373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Dijken Glas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Restfloatglas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(nu: afvoerkosten)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0" y="3017520"/>
            <a:ext cx="365760" cy="3657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937760" y="2743200"/>
            <a:ext cx="3749040" cy="1737360"/>
          </a:xfrm>
          <a:prstGeom prst="rect">
            <a:avLst/>
          </a:prstGeom>
          <a:solidFill>
            <a:srgbClr val="E8F5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743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154680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designproducten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(Van Dijken naam erop)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Glass⏧Grasie® maakt van jullie restglas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  ×  Van Dijken Glas  |  Circulair partnerschap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011680" cy="18288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61872"/>
            <a:ext cx="2011680" cy="1481328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Sieraden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316736"/>
            <a:ext cx="17922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Pendants, oorbellen, broches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Vanaf €45–€145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week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914400"/>
            <a:ext cx="2011680" cy="18288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261872"/>
            <a:ext cx="2011680" cy="1481328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Woon­accessoires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32888" y="1316736"/>
            <a:ext cx="17922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Kaarsenhouders, dienbladen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wandpanelen, boekensteun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€65–€650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914400"/>
            <a:ext cx="2011680" cy="18288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261872"/>
            <a:ext cx="2011680" cy="1481328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Kunstobjecten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27448" y="1316736"/>
            <a:ext cx="17922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editions, gesigneerd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Genummerde series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€800–€5.000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914400"/>
            <a:ext cx="2011680" cy="18288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1261872"/>
            <a:ext cx="2011680" cy="1481328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Architectuur B2B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22008" y="1316736"/>
            <a:ext cx="17922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Wandpanelen, bartops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Scheidingswanden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€350–€850/m²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971800"/>
            <a:ext cx="8595360" cy="502920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718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 product: 'Materiaalpartner Van Dijken Glas, Waddinxveen' — op certificaat, op website, bij galeries en architecten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" y="3657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machine: WAZER Desktop waterjet — geen hitte, geen microbreukjes, elke curve mogelijk. Glas blijft intact.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Van Dijken Glas oplevert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  ×  Van Dijken Glas  |  Circulair partnerschap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11480" cy="41148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886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Afvoerkosten weg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88696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 haalt kosteloos op. De afvoerkosten die u nu maakt voor restmateriaal, vervallen volledig.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618488"/>
            <a:ext cx="411480" cy="41148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618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1636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Duurzaamheidsverhaal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63677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van uw restmateriaal wordt hergebruikt. Aantoonbaar, verifieerbaar. Sterk voor tenders, aanbestedingen en klantgesprekken.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368296"/>
            <a:ext cx="411480" cy="41148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368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23865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Naam in de designmarkt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3865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Dijken Glas-producten zijn terug te vinden bij galeries, architecten en op designbeurzen — als premium circulair materiaal.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3118104"/>
            <a:ext cx="411480" cy="41148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3136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Farm Material Lab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313639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Glass⏧Grasie®-producten kunnen in jullie eigen materialenshowroom in Hilversum gepresenteerd worden als tastbaar bewijs van wat het glas kan.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3867912"/>
            <a:ext cx="411480" cy="41148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Niets extra's doen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91840" y="38862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sortering, geen verpakking, geen levering. Wij passen ons aan jullie productieschema aan.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afspraken — eenvoudig en eerlijk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  ×  Van Dijken Glas  |  Circulair partnerschap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14800" cy="1188720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60120"/>
            <a:ext cx="4114800" cy="34747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 restmateriaal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36245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 neemt gratis af.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 afvoerkosten vervallen.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258568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258568"/>
            <a:ext cx="4114800" cy="34747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58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266090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Wij halen op in Waddinxveen.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leverplicht voor 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557016"/>
            <a:ext cx="4114800" cy="1188720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3557016"/>
            <a:ext cx="4114800" cy="34747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5570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Looptijd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39593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jaar, stilzwijgend verlengbaar.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Opzegtermijn 30 dagen.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4114800" cy="1188720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Exclusiviteit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36245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Dijken levert dit restmateriaal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voorkeur exclusief aan 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designdoeleinden in Benelux.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258568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258568"/>
            <a:ext cx="4114800" cy="34747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258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Naamsvermelding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266090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Wij vermelden 'Van Dijken Glas,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Waddinxveen' op elk product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in alle communicatie.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557016"/>
            <a:ext cx="4114800" cy="1188720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557016"/>
            <a:ext cx="4114800" cy="34747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5570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Aansprakelijkheid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9593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Wij zijn verantwoordelijk zodra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materiaal is opgehaald.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risico voor Van Dijken.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— de eerste stappen samen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  ×  Van Dijken Glas  |  Circulair partnerschap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1097280"/>
            <a:ext cx="54864" cy="356616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078992"/>
            <a:ext cx="365760" cy="36576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" y="10789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09728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Ondertekening  —  Overeenkomst bevestigen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1691640"/>
            <a:ext cx="365760" cy="36576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" y="1691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17099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Eerste ophaal  —  Kennismaking locatie Waddinxveen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2304288"/>
            <a:ext cx="365760" cy="36576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" y="23042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232257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Eerste producten  —  Gemaakt van Van Dijken-restglas, online verkrijgbaar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1560" y="2916936"/>
            <a:ext cx="365760" cy="36576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" y="29169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293522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Eerste verkopen  —  Webshop + Etsy, Van Dijken vermeld als partner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3529584"/>
            <a:ext cx="365760" cy="36576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" y="35295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Oktober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54480" y="354787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 Design Week  —  350.000 bezoekers — Van Dijken naam prominent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51560" y="4142232"/>
            <a:ext cx="365760" cy="36576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" y="4142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41605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architectuur  —  BREEAM-NL materialenpaspoort, architecten als klant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restglas van Van Dijken Glas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verdient het om gezien te worden.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maken wij dat mogelijk.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3657600" cy="1280160"/>
          </a:xfrm>
          <a:prstGeom prst="rect">
            <a:avLst/>
          </a:prstGeom>
          <a:solidFill>
            <a:srgbClr val="0F3D21"/>
          </a:solidFill>
          <a:ln w="12700">
            <a:solidFill>
              <a:srgbClr val="0F3D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291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Sergio Dias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Glass⏧Grasie®, Rotterdam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RealSergioDias@pm.me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stap: overeenkomst doornemen en datum eerste ophaal plannen.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Glass Grasie x Van Dijken Glas</dc:title>
  <dc:subject>PptxGenJS Presentation</dc:subject>
  <dc:creator>Sergio Dias</dc:creator>
  <cp:lastModifiedBy>Sergio Dias</cp:lastModifiedBy>
  <cp:revision>1</cp:revision>
  <dcterms:created xsi:type="dcterms:W3CDTF">2026-04-10T21:35:57Z</dcterms:created>
  <dcterms:modified xsi:type="dcterms:W3CDTF">2026-04-10T21:35:57Z</dcterms:modified>
</cp:coreProperties>
</file>