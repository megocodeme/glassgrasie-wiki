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Circular Glass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Float Glass → Designproducten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Qredits Financing Pitch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industrial float glass restproducten worden als afval afgevoerd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Nederlandse speler transformeert dit naar premium designproducten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00" cy="109728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Advantage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heeft directe toegang tot Van Dijken-glas en WAZER-technologie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Tiers &amp; Competitive Edge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0F3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Sieraden • €35–145 • Launch: Week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0F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Woonaccessoires • €65–650 • Launch: Maand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0F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Kunstobjecten • €800–5.000 • Launch: Maand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0F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Architectuur • €350–850/m² • Launch: Maand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Enige NL-speler met directe toegang tot industrieel restfloatglas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WAZER behoudt optische kwaliteiten (MAGNA vermaalt)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Bedrukt Van Dijken-glas is niet reproduceerbaar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Rotterdam: BlueCity, Superuse, MVRDV als buren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92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Dubbele positionering: premium merk + circulair bouwmateriaal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Snapshot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447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Investment (excl. WAZER)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€630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funds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9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WAZER Machine +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€9.200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2633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Qredits + 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73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€32.500 – €52.500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87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Revenue 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€89.000 – €133.000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0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2.7–2.9x growth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F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Bruto margin 78–88% (B2C) | Variabele kosten €15–35/stuk | Break-even: €5K–6K/maand incl. WAZER afschrijving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Execution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4114800"/>
          </a:xfrm>
          <a:prstGeom prst="round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Dias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Commercial Lead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years premium consumer electronics: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Sonos: Built Installed Solutions channel from zero to €4M+ annual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Harman/JBL: Key account management (31 retail accounts)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Crestron &amp; eero: Market entry &amp; distribution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PDCA discipline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Distributor networks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Multi-market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Launch Timeline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KvK + WBSO aanvraag + Van Dijken overeenkomst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10 sieradenproducten klaar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4–6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+ B2C Instagram/TikTok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online verkopen (sieraden)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8–10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outreach (architects/designers)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11–12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WAZER delivery + setup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13–16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4206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Woonaccessoires productie &amp; maand 2 launch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F96167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€9.200 Loan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WAZER Desktop Waterjet Machine +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asset enabling: precision glass cutting, 4 product tiers, B2B architecture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Qredits?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 track record: 18 years building revenue streams from zero in regulated markets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Low burn: €630 bootstrap investment shows capital discipline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3525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Immediate revenue: First B2C sales week 7; B2B conversations week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7000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Subsidies + tax credits: WBSO provides €23.975 annual advantage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0474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Collateral: WAZER machine (physical asset) + IP (design/material sourcing)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Market entry playbook: Built 4 go-to-market channels (proven methodology)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Industrial Waste Into Premium Design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Dias | Rotterdam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RealSergioDias@pm.me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2026-04-14T19:55:03Z</dcterms:created>
  <dcterms:modified xsi:type="dcterms:W3CDTF">2026-04-14T19:55:03Z</dcterms:modified>
</cp:coreProperties>
</file>